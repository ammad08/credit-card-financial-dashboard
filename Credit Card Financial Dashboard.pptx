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39C85-7D4F-4F83-9A70-BFD4E5226F3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B6633-4383-4FED-AD5F-3E57806E8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732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39C85-7D4F-4F83-9A70-BFD4E5226F3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B6633-4383-4FED-AD5F-3E57806E8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229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39C85-7D4F-4F83-9A70-BFD4E5226F3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B6633-4383-4FED-AD5F-3E57806E8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885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39C85-7D4F-4F83-9A70-BFD4E5226F3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B6633-4383-4FED-AD5F-3E57806E8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174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39C85-7D4F-4F83-9A70-BFD4E5226F3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B6633-4383-4FED-AD5F-3E57806E8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499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39C85-7D4F-4F83-9A70-BFD4E5226F3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B6633-4383-4FED-AD5F-3E57806E8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5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39C85-7D4F-4F83-9A70-BFD4E5226F3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B6633-4383-4FED-AD5F-3E57806E8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491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39C85-7D4F-4F83-9A70-BFD4E5226F3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B6633-4383-4FED-AD5F-3E57806E8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765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39C85-7D4F-4F83-9A70-BFD4E5226F3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B6633-4383-4FED-AD5F-3E57806E8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348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39C85-7D4F-4F83-9A70-BFD4E5226F3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B6633-4383-4FED-AD5F-3E57806E8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59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39C85-7D4F-4F83-9A70-BFD4E5226F3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B6633-4383-4FED-AD5F-3E57806E8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702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939C85-7D4F-4F83-9A70-BFD4E5226F3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6B6633-4383-4FED-AD5F-3E57806E8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95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663632"/>
            <a:ext cx="10058400" cy="5029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26352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532015"/>
            <a:ext cx="10058400" cy="582090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482840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374072"/>
            <a:ext cx="10058400" cy="582526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341684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ALM TRADERS</dc:creator>
  <cp:lastModifiedBy>ALM TRADERS</cp:lastModifiedBy>
  <cp:revision>1</cp:revision>
  <dcterms:created xsi:type="dcterms:W3CDTF">2026-06-26T06:50:20Z</dcterms:created>
  <dcterms:modified xsi:type="dcterms:W3CDTF">2026-06-26T06:53:46Z</dcterms:modified>
</cp:coreProperties>
</file>